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nva Sans Bold" charset="1" panose="020B08030305010401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https://unstop.com/hackathons/build-it-on-thakur-college-of-engineering-and-technology-tcet-mumbai-1659606?utm_campaign=site-emails&amp;utm_medium=d2c-automated&amp;utm_source=congratulations-your-listing-for-build-it-on-is-complete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8.png" Type="http://schemas.openxmlformats.org/officeDocument/2006/relationships/image"/><Relationship Id="rId6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3495" cy="10287000"/>
          </a:xfrm>
          <a:custGeom>
            <a:avLst/>
            <a:gdLst/>
            <a:ahLst/>
            <a:cxnLst/>
            <a:rect r="r" b="b" t="t" l="l"/>
            <a:pathLst>
              <a:path h="10287000" w="18293495">
                <a:moveTo>
                  <a:pt x="0" y="0"/>
                </a:moveTo>
                <a:lnTo>
                  <a:pt x="18293495" y="0"/>
                </a:lnTo>
                <a:lnTo>
                  <a:pt x="182934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6" t="-10880" r="-545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73264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101">
                <a:alpha val="2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72704" y="751685"/>
            <a:ext cx="1985709" cy="1827952"/>
          </a:xfrm>
          <a:custGeom>
            <a:avLst/>
            <a:gdLst/>
            <a:ahLst/>
            <a:cxnLst/>
            <a:rect r="r" b="b" t="t" l="l"/>
            <a:pathLst>
              <a:path h="1827952" w="1985709">
                <a:moveTo>
                  <a:pt x="0" y="0"/>
                </a:moveTo>
                <a:lnTo>
                  <a:pt x="1985709" y="0"/>
                </a:lnTo>
                <a:lnTo>
                  <a:pt x="1985709" y="1827951"/>
                </a:lnTo>
                <a:lnTo>
                  <a:pt x="0" y="1827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61" r="0" b="-136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5082" y="541085"/>
            <a:ext cx="1806174" cy="1621392"/>
          </a:xfrm>
          <a:custGeom>
            <a:avLst/>
            <a:gdLst/>
            <a:ahLst/>
            <a:cxnLst/>
            <a:rect r="r" b="b" t="t" l="l"/>
            <a:pathLst>
              <a:path h="1621392" w="1806174">
                <a:moveTo>
                  <a:pt x="0" y="0"/>
                </a:moveTo>
                <a:lnTo>
                  <a:pt x="1806174" y="0"/>
                </a:lnTo>
                <a:lnTo>
                  <a:pt x="1806174" y="1621393"/>
                </a:lnTo>
                <a:lnTo>
                  <a:pt x="0" y="16213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57359" y="2572757"/>
            <a:ext cx="10190218" cy="4241760"/>
          </a:xfrm>
          <a:custGeom>
            <a:avLst/>
            <a:gdLst/>
            <a:ahLst/>
            <a:cxnLst/>
            <a:rect r="r" b="b" t="t" l="l"/>
            <a:pathLst>
              <a:path h="4241760" w="10190218">
                <a:moveTo>
                  <a:pt x="0" y="0"/>
                </a:moveTo>
                <a:lnTo>
                  <a:pt x="10190218" y="0"/>
                </a:lnTo>
                <a:lnTo>
                  <a:pt x="10190218" y="4241760"/>
                </a:lnTo>
                <a:lnTo>
                  <a:pt x="0" y="4241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04" t="-92807" r="-11504" b="-10174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645849" y="1116565"/>
            <a:ext cx="10401728" cy="549095"/>
            <a:chOff x="0" y="0"/>
            <a:chExt cx="12750800" cy="673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50800" cy="673100"/>
            </a:xfrm>
            <a:custGeom>
              <a:avLst/>
              <a:gdLst/>
              <a:ahLst/>
              <a:cxnLst/>
              <a:rect r="r" b="b" t="t" l="l"/>
              <a:pathLst>
                <a:path h="673100" w="12750800">
                  <a:moveTo>
                    <a:pt x="0" y="0"/>
                  </a:moveTo>
                  <a:lnTo>
                    <a:pt x="12750800" y="0"/>
                  </a:lnTo>
                  <a:lnTo>
                    <a:pt x="12750800" y="673100"/>
                  </a:lnTo>
                  <a:lnTo>
                    <a:pt x="0" y="673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1" id="11">
            <a:hlinkClick r:id="rId8" tooltip="https://unstop.com/hackathons/build-it-on-thakur-college-of-engineering-and-technology-tcet-mumbai-1659606?utm_campaign=site-emails&amp;utm_medium=d2c-automated&amp;utm_source=congratulations-your-listing-for-build-it-on-is-complete"/>
          </p:cNvPr>
          <p:cNvSpPr/>
          <p:nvPr/>
        </p:nvSpPr>
        <p:spPr>
          <a:xfrm flipH="false" flipV="false" rot="0">
            <a:off x="7865004" y="8431319"/>
            <a:ext cx="2174927" cy="1183773"/>
          </a:xfrm>
          <a:custGeom>
            <a:avLst/>
            <a:gdLst/>
            <a:ahLst/>
            <a:cxnLst/>
            <a:rect r="r" b="b" t="t" l="l"/>
            <a:pathLst>
              <a:path h="1183773" w="2174927">
                <a:moveTo>
                  <a:pt x="0" y="0"/>
                </a:moveTo>
                <a:lnTo>
                  <a:pt x="2174928" y="0"/>
                </a:lnTo>
                <a:lnTo>
                  <a:pt x="2174928" y="1183773"/>
                </a:lnTo>
                <a:lnTo>
                  <a:pt x="0" y="11837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2685" r="0" b="-4104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86572" y="7101559"/>
            <a:ext cx="4720351" cy="49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b="true" sz="2939" spc="708">
                <a:solidFill>
                  <a:srgbClr val="A87D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Registrations Via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3495" cy="10287000"/>
          </a:xfrm>
          <a:custGeom>
            <a:avLst/>
            <a:gdLst/>
            <a:ahLst/>
            <a:cxnLst/>
            <a:rect r="r" b="b" t="t" l="l"/>
            <a:pathLst>
              <a:path h="10287000" w="18293495">
                <a:moveTo>
                  <a:pt x="0" y="0"/>
                </a:moveTo>
                <a:lnTo>
                  <a:pt x="18293495" y="0"/>
                </a:lnTo>
                <a:lnTo>
                  <a:pt x="182934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6" t="-10880" r="-545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1351" y="346765"/>
            <a:ext cx="16295456" cy="9347565"/>
            <a:chOff x="0" y="0"/>
            <a:chExt cx="22250400" cy="1276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50400" cy="12763500"/>
            </a:xfrm>
            <a:custGeom>
              <a:avLst/>
              <a:gdLst/>
              <a:ahLst/>
              <a:cxnLst/>
              <a:rect r="r" b="b" t="t" l="l"/>
              <a:pathLst>
                <a:path h="127635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2763500"/>
                  </a:lnTo>
                  <a:lnTo>
                    <a:pt x="0" y="127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2314951" y="4313951"/>
            <a:ext cx="10287000" cy="1659098"/>
          </a:xfrm>
          <a:custGeom>
            <a:avLst/>
            <a:gdLst/>
            <a:ahLst/>
            <a:cxnLst/>
            <a:rect r="r" b="b" t="t" l="l"/>
            <a:pathLst>
              <a:path h="1659098" w="10287000">
                <a:moveTo>
                  <a:pt x="0" y="0"/>
                </a:moveTo>
                <a:lnTo>
                  <a:pt x="10287000" y="0"/>
                </a:lnTo>
                <a:lnTo>
                  <a:pt x="10287000" y="1659098"/>
                </a:lnTo>
                <a:lnTo>
                  <a:pt x="0" y="1659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415" r="0" b="-541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66077" y="1727745"/>
            <a:ext cx="15566005" cy="7684476"/>
            <a:chOff x="0" y="0"/>
            <a:chExt cx="4099688" cy="202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99689" cy="2023895"/>
            </a:xfrm>
            <a:custGeom>
              <a:avLst/>
              <a:gdLst/>
              <a:ahLst/>
              <a:cxnLst/>
              <a:rect r="r" b="b" t="t" l="l"/>
              <a:pathLst>
                <a:path h="2023895" w="4099689">
                  <a:moveTo>
                    <a:pt x="0" y="0"/>
                  </a:moveTo>
                  <a:lnTo>
                    <a:pt x="4099689" y="0"/>
                  </a:lnTo>
                  <a:lnTo>
                    <a:pt x="4099689" y="2023895"/>
                  </a:lnTo>
                  <a:lnTo>
                    <a:pt x="0" y="2023895"/>
                  </a:lnTo>
                  <a:close/>
                </a:path>
              </a:pathLst>
            </a:custGeom>
            <a:solidFill>
              <a:srgbClr val="545454">
                <a:alpha val="47843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099688" cy="208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726396" y="627683"/>
            <a:ext cx="8260648" cy="72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2"/>
              </a:lnSpc>
            </a:pPr>
            <a:r>
              <a:rPr lang="en-US" b="true" sz="42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3495" cy="10287000"/>
          </a:xfrm>
          <a:custGeom>
            <a:avLst/>
            <a:gdLst/>
            <a:ahLst/>
            <a:cxnLst/>
            <a:rect r="r" b="b" t="t" l="l"/>
            <a:pathLst>
              <a:path h="10287000" w="18293495">
                <a:moveTo>
                  <a:pt x="0" y="0"/>
                </a:moveTo>
                <a:lnTo>
                  <a:pt x="18293495" y="0"/>
                </a:lnTo>
                <a:lnTo>
                  <a:pt x="182934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6" t="-10880" r="-545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1351" y="346765"/>
            <a:ext cx="16295456" cy="9347565"/>
            <a:chOff x="0" y="0"/>
            <a:chExt cx="22250400" cy="1276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50400" cy="12763500"/>
            </a:xfrm>
            <a:custGeom>
              <a:avLst/>
              <a:gdLst/>
              <a:ahLst/>
              <a:cxnLst/>
              <a:rect r="r" b="b" t="t" l="l"/>
              <a:pathLst>
                <a:path h="127635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2763500"/>
                  </a:lnTo>
                  <a:lnTo>
                    <a:pt x="0" y="127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-786050" y="627683"/>
            <a:ext cx="8260648" cy="72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2"/>
              </a:lnSpc>
            </a:pPr>
            <a:r>
              <a:rPr lang="en-US" b="true" sz="42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Solution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2314951" y="4313951"/>
            <a:ext cx="10287000" cy="1659098"/>
          </a:xfrm>
          <a:custGeom>
            <a:avLst/>
            <a:gdLst/>
            <a:ahLst/>
            <a:cxnLst/>
            <a:rect r="r" b="b" t="t" l="l"/>
            <a:pathLst>
              <a:path h="1659098" w="10287000">
                <a:moveTo>
                  <a:pt x="0" y="0"/>
                </a:moveTo>
                <a:lnTo>
                  <a:pt x="10287000" y="0"/>
                </a:lnTo>
                <a:lnTo>
                  <a:pt x="10287000" y="1659098"/>
                </a:lnTo>
                <a:lnTo>
                  <a:pt x="0" y="1659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415" r="0" b="-541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6077" y="1727745"/>
            <a:ext cx="15566005" cy="7684476"/>
            <a:chOff x="0" y="0"/>
            <a:chExt cx="4099688" cy="2023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99689" cy="2023895"/>
            </a:xfrm>
            <a:custGeom>
              <a:avLst/>
              <a:gdLst/>
              <a:ahLst/>
              <a:cxnLst/>
              <a:rect r="r" b="b" t="t" l="l"/>
              <a:pathLst>
                <a:path h="2023895" w="4099689">
                  <a:moveTo>
                    <a:pt x="0" y="0"/>
                  </a:moveTo>
                  <a:lnTo>
                    <a:pt x="4099689" y="0"/>
                  </a:lnTo>
                  <a:lnTo>
                    <a:pt x="4099689" y="2023895"/>
                  </a:lnTo>
                  <a:lnTo>
                    <a:pt x="0" y="2023895"/>
                  </a:lnTo>
                  <a:close/>
                </a:path>
              </a:pathLst>
            </a:custGeom>
            <a:solidFill>
              <a:srgbClr val="545454">
                <a:alpha val="4784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099688" cy="208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4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3495" cy="10287000"/>
          </a:xfrm>
          <a:custGeom>
            <a:avLst/>
            <a:gdLst/>
            <a:ahLst/>
            <a:cxnLst/>
            <a:rect r="r" b="b" t="t" l="l"/>
            <a:pathLst>
              <a:path h="10287000" w="18293495">
                <a:moveTo>
                  <a:pt x="0" y="0"/>
                </a:moveTo>
                <a:lnTo>
                  <a:pt x="18293495" y="0"/>
                </a:lnTo>
                <a:lnTo>
                  <a:pt x="182934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6" t="-10880" r="-545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314951" y="4313951"/>
            <a:ext cx="10287000" cy="1659098"/>
          </a:xfrm>
          <a:custGeom>
            <a:avLst/>
            <a:gdLst/>
            <a:ahLst/>
            <a:cxnLst/>
            <a:rect r="r" b="b" t="t" l="l"/>
            <a:pathLst>
              <a:path h="1659098" w="10287000">
                <a:moveTo>
                  <a:pt x="0" y="0"/>
                </a:moveTo>
                <a:lnTo>
                  <a:pt x="10287000" y="0"/>
                </a:lnTo>
                <a:lnTo>
                  <a:pt x="10287000" y="1659098"/>
                </a:lnTo>
                <a:lnTo>
                  <a:pt x="0" y="1659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415" r="0" b="-541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01351" y="346765"/>
            <a:ext cx="16295456" cy="9347565"/>
            <a:chOff x="0" y="0"/>
            <a:chExt cx="22250400" cy="1276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50400" cy="12763500"/>
            </a:xfrm>
            <a:custGeom>
              <a:avLst/>
              <a:gdLst/>
              <a:ahLst/>
              <a:cxnLst/>
              <a:rect r="r" b="b" t="t" l="l"/>
              <a:pathLst>
                <a:path h="127635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2763500"/>
                  </a:lnTo>
                  <a:lnTo>
                    <a:pt x="0" y="127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1351" y="627683"/>
            <a:ext cx="10306505" cy="72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2"/>
              </a:lnSpc>
            </a:pPr>
            <a:r>
              <a:rPr lang="en-US" b="true" sz="42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Diagram / Tech Stack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66077" y="1727745"/>
            <a:ext cx="15566005" cy="7684476"/>
            <a:chOff x="0" y="0"/>
            <a:chExt cx="4099688" cy="2023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99689" cy="2023895"/>
            </a:xfrm>
            <a:custGeom>
              <a:avLst/>
              <a:gdLst/>
              <a:ahLst/>
              <a:cxnLst/>
              <a:rect r="r" b="b" t="t" l="l"/>
              <a:pathLst>
                <a:path h="2023895" w="4099689">
                  <a:moveTo>
                    <a:pt x="0" y="0"/>
                  </a:moveTo>
                  <a:lnTo>
                    <a:pt x="4099689" y="0"/>
                  </a:lnTo>
                  <a:lnTo>
                    <a:pt x="4099689" y="2023895"/>
                  </a:lnTo>
                  <a:lnTo>
                    <a:pt x="0" y="2023895"/>
                  </a:lnTo>
                  <a:close/>
                </a:path>
              </a:pathLst>
            </a:custGeom>
            <a:solidFill>
              <a:srgbClr val="545454">
                <a:alpha val="4784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099688" cy="208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4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3495" cy="10287000"/>
          </a:xfrm>
          <a:custGeom>
            <a:avLst/>
            <a:gdLst/>
            <a:ahLst/>
            <a:cxnLst/>
            <a:rect r="r" b="b" t="t" l="l"/>
            <a:pathLst>
              <a:path h="10287000" w="18293495">
                <a:moveTo>
                  <a:pt x="0" y="0"/>
                </a:moveTo>
                <a:lnTo>
                  <a:pt x="18293495" y="0"/>
                </a:lnTo>
                <a:lnTo>
                  <a:pt x="182934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6" t="-10880" r="-545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1351" y="346765"/>
            <a:ext cx="16295456" cy="9347565"/>
            <a:chOff x="0" y="0"/>
            <a:chExt cx="22250400" cy="1276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50400" cy="12763500"/>
            </a:xfrm>
            <a:custGeom>
              <a:avLst/>
              <a:gdLst/>
              <a:ahLst/>
              <a:cxnLst/>
              <a:rect r="r" b="b" t="t" l="l"/>
              <a:pathLst>
                <a:path h="127635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2763500"/>
                  </a:lnTo>
                  <a:lnTo>
                    <a:pt x="0" y="127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-1174132" y="627683"/>
            <a:ext cx="8260648" cy="72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2"/>
              </a:lnSpc>
            </a:pPr>
            <a:r>
              <a:rPr lang="en-US" b="true" sz="42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SWOT Analysis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2314951" y="4313951"/>
            <a:ext cx="10287000" cy="1659098"/>
          </a:xfrm>
          <a:custGeom>
            <a:avLst/>
            <a:gdLst/>
            <a:ahLst/>
            <a:cxnLst/>
            <a:rect r="r" b="b" t="t" l="l"/>
            <a:pathLst>
              <a:path h="1659098" w="10287000">
                <a:moveTo>
                  <a:pt x="0" y="0"/>
                </a:moveTo>
                <a:lnTo>
                  <a:pt x="10287000" y="0"/>
                </a:lnTo>
                <a:lnTo>
                  <a:pt x="10287000" y="1659098"/>
                </a:lnTo>
                <a:lnTo>
                  <a:pt x="0" y="1659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415" r="0" b="-541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6077" y="1573824"/>
            <a:ext cx="15566005" cy="7684476"/>
            <a:chOff x="0" y="0"/>
            <a:chExt cx="4099688" cy="2023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99689" cy="2023895"/>
            </a:xfrm>
            <a:custGeom>
              <a:avLst/>
              <a:gdLst/>
              <a:ahLst/>
              <a:cxnLst/>
              <a:rect r="r" b="b" t="t" l="l"/>
              <a:pathLst>
                <a:path h="2023895" w="4099689">
                  <a:moveTo>
                    <a:pt x="0" y="0"/>
                  </a:moveTo>
                  <a:lnTo>
                    <a:pt x="4099689" y="0"/>
                  </a:lnTo>
                  <a:lnTo>
                    <a:pt x="4099689" y="2023895"/>
                  </a:lnTo>
                  <a:lnTo>
                    <a:pt x="0" y="2023895"/>
                  </a:lnTo>
                  <a:close/>
                </a:path>
              </a:pathLst>
            </a:custGeom>
            <a:solidFill>
              <a:srgbClr val="545454">
                <a:alpha val="4784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099688" cy="208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4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1351" y="346765"/>
            <a:ext cx="16295456" cy="9347565"/>
            <a:chOff x="0" y="0"/>
            <a:chExt cx="22250400" cy="127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50400" cy="12763500"/>
            </a:xfrm>
            <a:custGeom>
              <a:avLst/>
              <a:gdLst/>
              <a:ahLst/>
              <a:cxnLst/>
              <a:rect r="r" b="b" t="t" l="l"/>
              <a:pathLst>
                <a:path h="127635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2763500"/>
                  </a:lnTo>
                  <a:lnTo>
                    <a:pt x="0" y="127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18293495" cy="10287000"/>
          </a:xfrm>
          <a:custGeom>
            <a:avLst/>
            <a:gdLst/>
            <a:ahLst/>
            <a:cxnLst/>
            <a:rect r="r" b="b" t="t" l="l"/>
            <a:pathLst>
              <a:path h="10287000" w="18293495">
                <a:moveTo>
                  <a:pt x="0" y="0"/>
                </a:moveTo>
                <a:lnTo>
                  <a:pt x="18293495" y="0"/>
                </a:lnTo>
                <a:lnTo>
                  <a:pt x="182934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56" t="-10880" r="-5456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714852" y="243545"/>
            <a:ext cx="114300" cy="5543550"/>
            <a:chOff x="0" y="0"/>
            <a:chExt cx="152400" cy="7391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7391400"/>
            </a:xfrm>
            <a:custGeom>
              <a:avLst/>
              <a:gdLst/>
              <a:ahLst/>
              <a:cxnLst/>
              <a:rect r="r" b="b" t="t" l="l"/>
              <a:pathLst>
                <a:path h="7391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91400"/>
                  </a:lnTo>
                  <a:lnTo>
                    <a:pt x="0" y="7391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12314951" y="4313951"/>
            <a:ext cx="10287000" cy="1659098"/>
          </a:xfrm>
          <a:custGeom>
            <a:avLst/>
            <a:gdLst/>
            <a:ahLst/>
            <a:cxnLst/>
            <a:rect r="r" b="b" t="t" l="l"/>
            <a:pathLst>
              <a:path h="1659098" w="10287000">
                <a:moveTo>
                  <a:pt x="0" y="0"/>
                </a:moveTo>
                <a:lnTo>
                  <a:pt x="10287000" y="0"/>
                </a:lnTo>
                <a:lnTo>
                  <a:pt x="10287000" y="1659098"/>
                </a:lnTo>
                <a:lnTo>
                  <a:pt x="0" y="165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415" r="0" b="-541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79989" y="1925516"/>
            <a:ext cx="8260648" cy="72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2"/>
              </a:lnSpc>
            </a:pPr>
            <a:r>
              <a:rPr lang="en-US" b="true" sz="42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 Details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09193" y="3697285"/>
            <a:ext cx="15683600" cy="4641382"/>
            <a:chOff x="0" y="0"/>
            <a:chExt cx="19759878" cy="58477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9878" cy="5847710"/>
            </a:xfrm>
            <a:custGeom>
              <a:avLst/>
              <a:gdLst/>
              <a:ahLst/>
              <a:cxnLst/>
              <a:rect r="r" b="b" t="t" l="l"/>
              <a:pathLst>
                <a:path h="5847710" w="19759878">
                  <a:moveTo>
                    <a:pt x="0" y="0"/>
                  </a:moveTo>
                  <a:lnTo>
                    <a:pt x="19759878" y="0"/>
                  </a:lnTo>
                  <a:lnTo>
                    <a:pt x="19759878" y="5847710"/>
                  </a:lnTo>
                  <a:lnTo>
                    <a:pt x="0" y="5847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3000"/>
              </a:blip>
              <a:stretch>
                <a:fillRect l="0" t="-686" r="0" b="-68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3114" y="3785593"/>
            <a:ext cx="3000735" cy="411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8"/>
              </a:lnSpc>
            </a:pPr>
            <a:r>
              <a:rPr lang="en-US" b="true" sz="2651" spc="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Team Name</a:t>
            </a:r>
          </a:p>
          <a:p>
            <a:pPr algn="ctr">
              <a:lnSpc>
                <a:spcPts val="6628"/>
              </a:lnSpc>
            </a:pPr>
            <a:r>
              <a:rPr lang="en-US" b="true" sz="2651" spc="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Team Members &gt;&gt;</a:t>
            </a:r>
          </a:p>
          <a:p>
            <a:pPr algn="ctr">
              <a:lnSpc>
                <a:spcPts val="6628"/>
              </a:lnSpc>
            </a:pPr>
            <a:r>
              <a:rPr lang="en-US" b="true" sz="2651" spc="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Members Name</a:t>
            </a:r>
          </a:p>
          <a:p>
            <a:pPr algn="ctr">
              <a:lnSpc>
                <a:spcPts val="6628"/>
              </a:lnSpc>
            </a:pPr>
            <a:r>
              <a:rPr lang="en-US" b="true" sz="2651" spc="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Name Institute Name Email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86211" y="4963397"/>
            <a:ext cx="1335881" cy="38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b="true" sz="2195" spc="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 (Leader)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69998" y="4963397"/>
            <a:ext cx="158163" cy="38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84761" y="4963397"/>
            <a:ext cx="158163" cy="38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63415" y="4921901"/>
            <a:ext cx="158163" cy="38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DAHD7uwymxU</dc:identifier>
  <dcterms:modified xsi:type="dcterms:W3CDTF">2011-08-01T06:04:30Z</dcterms:modified>
  <cp:revision>1</cp:revision>
  <dc:title>PPT TEMPLATE Build-it ON</dc:title>
</cp:coreProperties>
</file>